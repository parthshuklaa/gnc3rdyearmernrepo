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 Semi Bold"/>
      <p:regular r:id="rId17"/>
    </p:embeddedFont>
    <p:embeddedFont>
      <p:font typeface="Alexandria Semi Bold"/>
      <p:regular r:id="rId18"/>
    </p:embeddedFont>
    <p:embeddedFont>
      <p:font typeface="Sora Light"/>
      <p:regular r:id="rId19"/>
    </p:embeddedFont>
    <p:embeddedFont>
      <p:font typeface="Sora Ligh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2228" y="162282"/>
            <a:ext cx="5269944" cy="7904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255984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MERN Stack &amp; React JS Foundations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58309" y="4310182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Your hands-on introduction to Full Stack Development — from architecture to your first interactive React application.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8309" y="5247323"/>
            <a:ext cx="2171819" cy="422315"/>
          </a:xfrm>
          <a:prstGeom prst="roundRect">
            <a:avLst>
              <a:gd name="adj" fmla="val 17238"/>
            </a:avLst>
          </a:prstGeom>
          <a:noFill/>
          <a:ln w="7620">
            <a:solidFill>
              <a:srgbClr val="1A2D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5826" y="5319832"/>
            <a:ext cx="1896785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BOOTCAMP SESSION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038356" y="5247323"/>
            <a:ext cx="2390180" cy="422315"/>
          </a:xfrm>
          <a:prstGeom prst="roundRect">
            <a:avLst>
              <a:gd name="adj" fmla="val 17238"/>
            </a:avLst>
          </a:prstGeom>
          <a:noFill/>
          <a:ln w="7620">
            <a:solidFill>
              <a:srgbClr val="1A2D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75873" y="5319832"/>
            <a:ext cx="2115145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FUNDAMENTALS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8956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Session Goals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43554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By the end of this session, you will be able to: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025973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8309" y="3363516"/>
            <a:ext cx="6448544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6" name="Text 4"/>
          <p:cNvSpPr/>
          <p:nvPr/>
        </p:nvSpPr>
        <p:spPr>
          <a:xfrm>
            <a:off x="758309" y="3532703"/>
            <a:ext cx="315706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Understand the Stack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8309" y="4018836"/>
            <a:ext cx="64485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Grasp Full Stack concepts and MERN architecture end-to-end.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23428" y="3025973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23428" y="3363516"/>
            <a:ext cx="6448663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0" name="Text 8"/>
          <p:cNvSpPr/>
          <p:nvPr/>
        </p:nvSpPr>
        <p:spPr>
          <a:xfrm>
            <a:off x="7423428" y="3532703"/>
            <a:ext cx="38794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Learn React Core Concepts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3428" y="4018836"/>
            <a:ext cx="644866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Components, props, state, JSX — the building blocks of every React app.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5091232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309" y="5428774"/>
            <a:ext cx="6448544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758309" y="5597962"/>
            <a:ext cx="366533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Set Up Your Environment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8309" y="6084094"/>
            <a:ext cx="64485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Install Node.js, npm, and VS Code. Get your machine dev-ready.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23428" y="5091232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423428" y="5428774"/>
            <a:ext cx="6448663" cy="3048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8" name="Text 16"/>
          <p:cNvSpPr/>
          <p:nvPr/>
        </p:nvSpPr>
        <p:spPr>
          <a:xfrm>
            <a:off x="7423428" y="5597962"/>
            <a:ext cx="410860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Build Reusable Components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3428" y="6084094"/>
            <a:ext cx="644866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Apply concepts hands-on — create dynamic, data-driven UI components.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1032986"/>
            <a:ext cx="4246126" cy="42461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0693" y="1328976"/>
            <a:ext cx="1655802" cy="407075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</p:sp>
      <p:sp>
        <p:nvSpPr>
          <p:cNvPr id="4" name="Text 1"/>
          <p:cNvSpPr/>
          <p:nvPr/>
        </p:nvSpPr>
        <p:spPr>
          <a:xfrm>
            <a:off x="5670590" y="1393865"/>
            <a:ext cx="1396008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PREREQUISITES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540693" y="1822609"/>
            <a:ext cx="8338899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You Should Know Before React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5540693" y="3464600"/>
            <a:ext cx="833889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builds on core JavaScript. Make sure you are comfortable with: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540693" y="4055031"/>
            <a:ext cx="8338899" cy="928092"/>
          </a:xfrm>
          <a:prstGeom prst="roundRect">
            <a:avLst>
              <a:gd name="adj" fmla="val 9805"/>
            </a:avLst>
          </a:prstGeom>
          <a:solidFill>
            <a:srgbClr val="C0CA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267" y="4379952"/>
            <a:ext cx="270748" cy="2165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4590" y="4325660"/>
            <a:ext cx="74184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Async basics (Promises,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async/await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 are optional but helpful.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58309" y="5766554"/>
            <a:ext cx="4226838" cy="1673662"/>
          </a:xfrm>
          <a:prstGeom prst="roundRect">
            <a:avLst>
              <a:gd name="adj" fmla="val 8742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7829" y="5766554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12" name="Text 8"/>
          <p:cNvSpPr/>
          <p:nvPr/>
        </p:nvSpPr>
        <p:spPr>
          <a:xfrm>
            <a:off x="1096804" y="60136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JS Fundamentals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96804" y="6499741"/>
            <a:ext cx="364128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Variables, functions, arrays, and objects.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201722" y="5766554"/>
            <a:ext cx="4226838" cy="1673662"/>
          </a:xfrm>
          <a:prstGeom prst="roundRect">
            <a:avLst>
              <a:gd name="adj" fmla="val 8742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71242" y="5766554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16" name="Text 12"/>
          <p:cNvSpPr/>
          <p:nvPr/>
        </p:nvSpPr>
        <p:spPr>
          <a:xfrm>
            <a:off x="5540216" y="60136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ES6 Syntax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540216" y="6499741"/>
            <a:ext cx="364128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Arrow functions, destructuring, and the spread operator.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9645134" y="5766554"/>
            <a:ext cx="4226957" cy="1673662"/>
          </a:xfrm>
          <a:prstGeom prst="roundRect">
            <a:avLst>
              <a:gd name="adj" fmla="val 8742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614654" y="5766554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20" name="Text 16"/>
          <p:cNvSpPr/>
          <p:nvPr/>
        </p:nvSpPr>
        <p:spPr>
          <a:xfrm>
            <a:off x="9983629" y="60136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DOM &amp; Events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9983629" y="6499741"/>
            <a:ext cx="36414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Basic DOM manipulation and event handling in the browser.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1814274"/>
            <a:ext cx="1641872" cy="407075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888206" y="1879163"/>
            <a:ext cx="1382078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2307908"/>
            <a:ext cx="664595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Full Stack Architecture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58309" y="334553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MERN stack covers every layer of a modern web application — from the database to the browser.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935968"/>
            <a:ext cx="4371261" cy="8665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4884" y="501908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React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74884" y="5505212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Frontend UI — what users see and interact with.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70" y="3935968"/>
            <a:ext cx="4371261" cy="8665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6144" y="501908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Node.js + Express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46144" y="5505212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Backend runtime and framework — handles API logic and routing.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830" y="3935968"/>
            <a:ext cx="4371261" cy="8665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7405" y="501908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MongoDB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717405" y="5505212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NoSQL database — stores and retrieves application data.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28" y="162282"/>
            <a:ext cx="5269944" cy="7904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121777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is React?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44709" y="2255401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is a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JavaScript library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developed by Meta for building fast, dynamic user interfaces. It powers apps you use every day — Instagram, Netflix, and more.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44709" y="3539252"/>
            <a:ext cx="3705344" cy="1974652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8904" y="376344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Component-Based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68904" y="4249579"/>
            <a:ext cx="32569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Build encapsulated pieces of UI and compose them into complex apps.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166628" y="3539252"/>
            <a:ext cx="3705463" cy="1974652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90823" y="376344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Declarative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90823" y="4249579"/>
            <a:ext cx="32570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Describe what the UI should look like — React handles the updates.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4709" y="5730478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8904" y="59546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Fast by Design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68904" y="6440805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Virtual DOM ensures only what changed gets re-rendered.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0459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How React Works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073" y="2953107"/>
            <a:ext cx="8299371" cy="33607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5500" y="4085924"/>
            <a:ext cx="1861406" cy="313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SPA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395500" y="4484501"/>
            <a:ext cx="1861406" cy="71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full page reload; updates only content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006038" y="4080625"/>
            <a:ext cx="1861406" cy="313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Virtual DOM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006038" y="4479202"/>
            <a:ext cx="1861406" cy="71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In-memory DOM copy that diffs changes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20220" y="4075326"/>
            <a:ext cx="1861406" cy="313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Overlap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620220" y="4473904"/>
            <a:ext cx="1861406" cy="71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Efficient updates for seamless interactions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33466" y="1858804"/>
            <a:ext cx="34598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Single Page Application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33466" y="2431613"/>
            <a:ext cx="4246126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Traditional websites reload the entire page on every navigation. React apps update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only the relevant content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making interactions feel instant and seamless.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633466" y="4462939"/>
            <a:ext cx="4246126" cy="16193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633466" y="47769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Virtual DOM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33466" y="5349716"/>
            <a:ext cx="4246126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keeps a lightweight copy of the DOM in memory. On every state change, it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diffs the old and new trees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applies only the minimal set of real DOM updates — a major performance win.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616" y="630317"/>
            <a:ext cx="783550" cy="390049"/>
          </a:xfrm>
          <a:prstGeom prst="roundRect">
            <a:avLst>
              <a:gd name="adj" fmla="val 18081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860465" y="693182"/>
            <a:ext cx="531852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4616" y="1101685"/>
            <a:ext cx="9402008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Setup Development Environment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34616" y="2096929"/>
            <a:ext cx="1316116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Before creating a React app, ensure these tools are installed on your machine.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4616" y="2970967"/>
            <a:ext cx="4251484" cy="2216110"/>
          </a:xfrm>
          <a:prstGeom prst="roundRect">
            <a:avLst>
              <a:gd name="adj" fmla="val 4951"/>
            </a:avLst>
          </a:prstGeom>
          <a:solidFill>
            <a:srgbClr val="FFFAFA"/>
          </a:solidFill>
          <a:ln/>
        </p:spPr>
      </p:sp>
      <p:sp>
        <p:nvSpPr>
          <p:cNvPr id="7" name="Shape 5"/>
          <p:cNvSpPr/>
          <p:nvPr/>
        </p:nvSpPr>
        <p:spPr>
          <a:xfrm>
            <a:off x="734616" y="2948107"/>
            <a:ext cx="4251484" cy="91440"/>
          </a:xfrm>
          <a:prstGeom prst="roundRect">
            <a:avLst>
              <a:gd name="adj" fmla="val 96407"/>
            </a:avLst>
          </a:prstGeom>
          <a:solidFill>
            <a:srgbClr val="1A2D7A"/>
          </a:solidFill>
          <a:ln/>
        </p:spPr>
      </p:sp>
      <p:sp>
        <p:nvSpPr>
          <p:cNvPr id="8" name="Shape 6"/>
          <p:cNvSpPr/>
          <p:nvPr/>
        </p:nvSpPr>
        <p:spPr>
          <a:xfrm>
            <a:off x="2545556" y="2656165"/>
            <a:ext cx="629603" cy="629603"/>
          </a:xfrm>
          <a:prstGeom prst="roundRect">
            <a:avLst>
              <a:gd name="adj" fmla="val 145234"/>
            </a:avLst>
          </a:prstGeom>
          <a:solidFill>
            <a:srgbClr val="1A2D7A"/>
          </a:solidFill>
          <a:ln/>
        </p:spPr>
      </p:sp>
      <p:sp>
        <p:nvSpPr>
          <p:cNvPr id="9" name="Text 7"/>
          <p:cNvSpPr/>
          <p:nvPr/>
        </p:nvSpPr>
        <p:spPr>
          <a:xfrm>
            <a:off x="2734389" y="2813566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67264" y="3495675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Install Node.js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967264" y="3962876"/>
            <a:ext cx="3786188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Download from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nodejs.org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This includes npm automatically.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189339" y="2970967"/>
            <a:ext cx="4251603" cy="2216110"/>
          </a:xfrm>
          <a:prstGeom prst="roundRect">
            <a:avLst>
              <a:gd name="adj" fmla="val 4951"/>
            </a:avLst>
          </a:prstGeom>
          <a:solidFill>
            <a:srgbClr val="FF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189339" y="2948107"/>
            <a:ext cx="4251603" cy="91440"/>
          </a:xfrm>
          <a:prstGeom prst="roundRect">
            <a:avLst>
              <a:gd name="adj" fmla="val 96407"/>
            </a:avLst>
          </a:prstGeom>
          <a:solidFill>
            <a:srgbClr val="1A2D7A"/>
          </a:solidFill>
          <a:ln/>
        </p:spPr>
      </p:sp>
      <p:sp>
        <p:nvSpPr>
          <p:cNvPr id="14" name="Shape 12"/>
          <p:cNvSpPr/>
          <p:nvPr/>
        </p:nvSpPr>
        <p:spPr>
          <a:xfrm>
            <a:off x="7000280" y="2656165"/>
            <a:ext cx="629603" cy="629603"/>
          </a:xfrm>
          <a:prstGeom prst="roundRect">
            <a:avLst>
              <a:gd name="adj" fmla="val 145234"/>
            </a:avLst>
          </a:prstGeom>
          <a:solidFill>
            <a:srgbClr val="1A2D7A"/>
          </a:solidFill>
          <a:ln/>
        </p:spPr>
      </p:sp>
      <p:sp>
        <p:nvSpPr>
          <p:cNvPr id="15" name="Text 13"/>
          <p:cNvSpPr/>
          <p:nvPr/>
        </p:nvSpPr>
        <p:spPr>
          <a:xfrm>
            <a:off x="7189113" y="2813566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421987" y="3495675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Verify Installation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5421987" y="3962876"/>
            <a:ext cx="3786307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Open your terminal and run the verification commands below.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644182" y="2970967"/>
            <a:ext cx="4251484" cy="2216110"/>
          </a:xfrm>
          <a:prstGeom prst="roundRect">
            <a:avLst>
              <a:gd name="adj" fmla="val 4951"/>
            </a:avLst>
          </a:prstGeom>
          <a:solidFill>
            <a:srgbClr val="FF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644182" y="2948107"/>
            <a:ext cx="4251484" cy="91440"/>
          </a:xfrm>
          <a:prstGeom prst="roundRect">
            <a:avLst>
              <a:gd name="adj" fmla="val 96407"/>
            </a:avLst>
          </a:prstGeom>
          <a:solidFill>
            <a:srgbClr val="1A2D7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55122" y="2656165"/>
            <a:ext cx="629603" cy="629603"/>
          </a:xfrm>
          <a:prstGeom prst="roundRect">
            <a:avLst>
              <a:gd name="adj" fmla="val 145234"/>
            </a:avLst>
          </a:prstGeom>
          <a:solidFill>
            <a:srgbClr val="1A2D7A"/>
          </a:solidFill>
          <a:ln/>
        </p:spPr>
      </p:sp>
      <p:sp>
        <p:nvSpPr>
          <p:cNvPr id="21" name="Text 19"/>
          <p:cNvSpPr/>
          <p:nvPr/>
        </p:nvSpPr>
        <p:spPr>
          <a:xfrm>
            <a:off x="11643955" y="2813566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876830" y="3495675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Install VS Code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9876830" y="3962876"/>
            <a:ext cx="3786188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Download from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code.visualstudio.com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your primary code editor.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34616" y="5415796"/>
            <a:ext cx="13161169" cy="1080611"/>
          </a:xfrm>
          <a:prstGeom prst="roundRect">
            <a:avLst>
              <a:gd name="adj" fmla="val 8158"/>
            </a:avLst>
          </a:prstGeom>
          <a:solidFill>
            <a:srgbClr val="F2EDED"/>
          </a:solidFill>
          <a:ln/>
        </p:spPr>
      </p:sp>
      <p:sp>
        <p:nvSpPr>
          <p:cNvPr id="25" name="Shape 23"/>
          <p:cNvSpPr/>
          <p:nvPr/>
        </p:nvSpPr>
        <p:spPr>
          <a:xfrm>
            <a:off x="724138" y="5415796"/>
            <a:ext cx="13182124" cy="1080611"/>
          </a:xfrm>
          <a:prstGeom prst="roundRect">
            <a:avLst>
              <a:gd name="adj" fmla="val 2914"/>
            </a:avLst>
          </a:prstGeom>
          <a:solidFill>
            <a:srgbClr val="F2EDED"/>
          </a:solidFill>
          <a:ln/>
        </p:spPr>
      </p:sp>
      <p:sp>
        <p:nvSpPr>
          <p:cNvPr id="26" name="Text 24"/>
          <p:cNvSpPr/>
          <p:nvPr/>
        </p:nvSpPr>
        <p:spPr>
          <a:xfrm>
            <a:off x="986433" y="5625584"/>
            <a:ext cx="12657534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node -v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npm -v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34616" y="6725126"/>
            <a:ext cx="13161169" cy="874038"/>
          </a:xfrm>
          <a:prstGeom prst="roundRect">
            <a:avLst>
              <a:gd name="adj" fmla="val 10086"/>
            </a:avLst>
          </a:prstGeom>
          <a:solidFill>
            <a:srgbClr val="C0CAF2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404" y="7039928"/>
            <a:ext cx="262295" cy="2097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16487" y="6980753"/>
            <a:ext cx="12269510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✅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If both commands return version numbers, your system is ready for React development.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1385054"/>
            <a:ext cx="809030" cy="407075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</p:sp>
      <p:sp>
        <p:nvSpPr>
          <p:cNvPr id="3" name="Text 1"/>
          <p:cNvSpPr/>
          <p:nvPr/>
        </p:nvSpPr>
        <p:spPr>
          <a:xfrm>
            <a:off x="888206" y="1449943"/>
            <a:ext cx="549235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DEMO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1878687"/>
            <a:ext cx="797421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Create Your First React App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58309" y="3132892"/>
            <a:ext cx="32377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Run These Commands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8309" y="3732848"/>
            <a:ext cx="6292572" cy="1473279"/>
          </a:xfrm>
          <a:prstGeom prst="roundRect">
            <a:avLst>
              <a:gd name="adj" fmla="val 6177"/>
            </a:avLst>
          </a:prstGeom>
          <a:solidFill>
            <a:srgbClr val="F2EDED"/>
          </a:solidFill>
          <a:ln/>
        </p:spPr>
      </p:sp>
      <p:sp>
        <p:nvSpPr>
          <p:cNvPr id="7" name="Shape 5"/>
          <p:cNvSpPr/>
          <p:nvPr/>
        </p:nvSpPr>
        <p:spPr>
          <a:xfrm>
            <a:off x="747593" y="3732848"/>
            <a:ext cx="6314003" cy="1473279"/>
          </a:xfrm>
          <a:prstGeom prst="roundRect">
            <a:avLst>
              <a:gd name="adj" fmla="val 2206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1018342" y="3949422"/>
            <a:ext cx="577250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npx create-react-app my-app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cd my-app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npm start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5449848"/>
            <a:ext cx="629257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will scaffold a complete project structure and open your app automatically at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31048" y="2916317"/>
            <a:ext cx="6604754" cy="3928110"/>
          </a:xfrm>
          <a:prstGeom prst="roundRect">
            <a:avLst>
              <a:gd name="adj" fmla="val 3971"/>
            </a:avLst>
          </a:prstGeom>
          <a:solidFill>
            <a:srgbClr val="1A2D7A"/>
          </a:solidFill>
          <a:ln/>
        </p:spPr>
      </p:sp>
      <p:sp>
        <p:nvSpPr>
          <p:cNvPr id="11" name="Text 9"/>
          <p:cNvSpPr/>
          <p:nvPr/>
        </p:nvSpPr>
        <p:spPr>
          <a:xfrm>
            <a:off x="7647623" y="31328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You Get</a:t>
            </a:r>
            <a:endParaRPr lang="en-US" sz="2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8823" y="3743563"/>
            <a:ext cx="324922" cy="32492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51639" y="3732848"/>
            <a:ext cx="224635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fully working React app in seconds</a:t>
            </a:r>
            <a:endParaRPr lang="en-US" sz="17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9940" y="3743563"/>
            <a:ext cx="324922" cy="3249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72756" y="3732848"/>
            <a:ext cx="2246471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Hot reload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changes reflect instantly in the browser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8823" y="5563672"/>
            <a:ext cx="324922" cy="3249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639" y="5552956"/>
            <a:ext cx="224635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Pre-configured Webpack, Babel, and ESLint</a:t>
            </a:r>
            <a:endParaRPr lang="en-US" sz="1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9940" y="5563672"/>
            <a:ext cx="324922" cy="32492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572756" y="5552956"/>
            <a:ext cx="2246471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Ready-to-edit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273A8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src/App.js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as your entry point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39046"/>
            <a:ext cx="599098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React Core Concepts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085023"/>
            <a:ext cx="4226838" cy="2494478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504" y="23092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1217" y="2487930"/>
            <a:ext cx="292418" cy="2924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504" y="31757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JSX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82504" y="3661886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Write HTML-like syntax directly inside JavaScript.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1722" y="2085023"/>
            <a:ext cx="4226838" cy="2494478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5916" y="23092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4629" y="2487930"/>
            <a:ext cx="292418" cy="2924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5916" y="31757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25916" y="3661886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Functional or class-based — the reusable units of your UI.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45134" y="2085023"/>
            <a:ext cx="4226957" cy="2494478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69329" y="23092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8042" y="2487930"/>
            <a:ext cx="292418" cy="2924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9329" y="31757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Props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9329" y="3661886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Pass data from parent to child components.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58309" y="4796076"/>
            <a:ext cx="6448544" cy="2494478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82504" y="5020270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1217" y="5198983"/>
            <a:ext cx="292418" cy="2924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2504" y="58868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State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982504" y="6372939"/>
            <a:ext cx="60001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Manage dynamic data that triggers re-renders when updated.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7423428" y="4796076"/>
            <a:ext cx="6448663" cy="2494478"/>
          </a:xfrm>
          <a:prstGeom prst="roundRect">
            <a:avLst>
              <a:gd name="adj" fmla="val 364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47623" y="5020270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6335" y="5198983"/>
            <a:ext cx="292418" cy="2924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47623" y="58868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Events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47623" y="6372939"/>
            <a:ext cx="60002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Handle user interactions like clicks, inputs, and form submissions.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84885"/>
            <a:ext cx="1021853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Hands-on Activity &amp; Key Takeaways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266236"/>
            <a:ext cx="1083707" cy="422315"/>
          </a:xfrm>
          <a:prstGeom prst="roundRect">
            <a:avLst>
              <a:gd name="adj" fmla="val 17238"/>
            </a:avLst>
          </a:prstGeom>
          <a:noFill/>
          <a:ln w="7620">
            <a:solidFill>
              <a:srgbClr val="1A2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5826" y="2338745"/>
            <a:ext cx="80867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58309" y="27751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Build It Yourself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3347918"/>
            <a:ext cx="6292572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Create a React app with two reusable components —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that accept props and render dynamic output.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8309" y="4639389"/>
            <a:ext cx="6292572" cy="1473279"/>
          </a:xfrm>
          <a:prstGeom prst="roundRect">
            <a:avLst>
              <a:gd name="adj" fmla="val 6177"/>
            </a:avLst>
          </a:prstGeom>
          <a:solidFill>
            <a:srgbClr val="F2EDED"/>
          </a:solidFill>
          <a:ln/>
        </p:spPr>
      </p:sp>
      <p:sp>
        <p:nvSpPr>
          <p:cNvPr id="8" name="Shape 6"/>
          <p:cNvSpPr/>
          <p:nvPr/>
        </p:nvSpPr>
        <p:spPr>
          <a:xfrm>
            <a:off x="747593" y="4639389"/>
            <a:ext cx="6314003" cy="1473279"/>
          </a:xfrm>
          <a:prstGeom prst="roundRect">
            <a:avLst>
              <a:gd name="adj" fmla="val 2206"/>
            </a:avLst>
          </a:prstGeom>
          <a:solidFill>
            <a:srgbClr val="F2EDED"/>
          </a:solidFill>
          <a:ln/>
        </p:spPr>
      </p:sp>
      <p:sp>
        <p:nvSpPr>
          <p:cNvPr id="9" name="Text 7"/>
          <p:cNvSpPr/>
          <p:nvPr/>
        </p:nvSpPr>
        <p:spPr>
          <a:xfrm>
            <a:off x="1018342" y="4855964"/>
            <a:ext cx="577250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function Student(props) {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return &lt;h1&gt;Hello {props.name}&lt;/h1&gt;;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73A49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309" y="6356390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Goal: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 institute portal that displays student and course details dynamically using props-driven components.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87139" y="2266236"/>
            <a:ext cx="1347549" cy="407075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</p:sp>
      <p:sp>
        <p:nvSpPr>
          <p:cNvPr id="12" name="Text 10"/>
          <p:cNvSpPr/>
          <p:nvPr/>
        </p:nvSpPr>
        <p:spPr>
          <a:xfrm>
            <a:off x="7717036" y="2331125"/>
            <a:ext cx="1087755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TAKEAWAYS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87139" y="2759869"/>
            <a:ext cx="33520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You Learnt Today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587139" y="335982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1155" y="3430191"/>
            <a:ext cx="230683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MERN stack architecture and each layer's role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868739" y="335982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72756" y="3430191"/>
            <a:ext cx="23069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fundamentals — JSX, components, props, state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87139" y="490358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1155" y="4973955"/>
            <a:ext cx="230683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Dev environment setup and first app creation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868739" y="490358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72756" y="4973955"/>
            <a:ext cx="23069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Ready for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Hooks, Routing, and APIs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next!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2026-04-13T07:26:45Z</dcterms:created>
  <dcterms:modified xsi:type="dcterms:W3CDTF">2026-04-13T07:26:45Z</dcterms:modified>
</cp:coreProperties>
</file>